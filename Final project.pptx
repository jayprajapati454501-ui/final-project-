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391A-68CA-8927-F911-2B97D8FD93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3890A-D9C9-74A4-7AFD-BCEB2D5EF4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Covid-19 data analysis and visualization 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73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130C-BAAB-9ABE-1E2D-AE0A234E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2562-478B-ABF2-7018-EAD61210D3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87239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he project  </a:t>
            </a:r>
            <a:r>
              <a:rPr lang="en-IN" dirty="0" err="1"/>
              <a:t>analyzes</a:t>
            </a:r>
            <a:r>
              <a:rPr lang="en-IN" dirty="0"/>
              <a:t>  COVID-19 information such as: - </a:t>
            </a:r>
          </a:p>
          <a:p>
            <a:r>
              <a:rPr lang="en-IN" dirty="0"/>
              <a:t>Confirmed cases </a:t>
            </a:r>
          </a:p>
          <a:p>
            <a:r>
              <a:rPr lang="en-IN" dirty="0"/>
              <a:t> Deaths </a:t>
            </a:r>
          </a:p>
          <a:p>
            <a:r>
              <a:rPr lang="en-IN" dirty="0"/>
              <a:t>Recovered cases </a:t>
            </a:r>
          </a:p>
          <a:p>
            <a:r>
              <a:rPr lang="en-IN" dirty="0"/>
              <a:t>-Active cases </a:t>
            </a:r>
          </a:p>
          <a:p>
            <a:pPr>
              <a:buFontTx/>
              <a:buChar char="-"/>
            </a:pPr>
            <a:r>
              <a:rPr lang="en-IN" dirty="0"/>
              <a:t>Country-wise statistics </a:t>
            </a:r>
          </a:p>
          <a:p>
            <a:pPr>
              <a:buFontTx/>
              <a:buChar char="-"/>
            </a:pPr>
            <a:r>
              <a:rPr lang="en-IN" dirty="0"/>
              <a:t> Date-wise trends </a:t>
            </a:r>
          </a:p>
          <a:p>
            <a:pPr>
              <a:buFontTx/>
              <a:buChar char="-"/>
            </a:pPr>
            <a:r>
              <a:rPr lang="en-IN" dirty="0"/>
              <a:t> Death rate</a:t>
            </a:r>
          </a:p>
          <a:p>
            <a:pPr>
              <a:buFontTx/>
              <a:buChar char="-"/>
            </a:pPr>
            <a:r>
              <a:rPr lang="en-IN" dirty="0"/>
              <a:t>Recovery rate </a:t>
            </a:r>
          </a:p>
        </p:txBody>
      </p:sp>
    </p:spTree>
    <p:extLst>
      <p:ext uri="{BB962C8B-B14F-4D97-AF65-F5344CB8AC3E}">
        <p14:creationId xmlns:p14="http://schemas.microsoft.com/office/powerpoint/2010/main" val="58080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AFF-3875-734F-EC72-53930D4B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2829-D8A3-BF75-6FA2-2C1F8F245E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**Load CSV-style Data**: Imports built-in or custom structured COVID-19 data. </a:t>
            </a:r>
          </a:p>
          <a:p>
            <a:r>
              <a:rPr lang="en-IN" dirty="0"/>
              <a:t>2. **Data Exploration**: Displays head records, column names, data info, and statistical summaries. </a:t>
            </a:r>
          </a:p>
          <a:p>
            <a:r>
              <a:rPr lang="en-IN" dirty="0"/>
              <a:t>3. **Data Cleaning**: Automatically handles duplicates, converts numeric data types, and formats date fields. </a:t>
            </a:r>
          </a:p>
          <a:p>
            <a:r>
              <a:rPr lang="en-IN" dirty="0"/>
              <a:t>4. **Statistical Calculation**: Computes overall totals along with mortality and recovery rates. </a:t>
            </a:r>
          </a:p>
          <a:p>
            <a:r>
              <a:rPr lang="en-IN" dirty="0"/>
              <a:t>5. **Country &amp; Date Grouping**: Aggregates metrics by country and across timeline dates[cite: 1].</a:t>
            </a:r>
          </a:p>
          <a:p>
            <a:r>
              <a:rPr lang="en-IN" dirty="0"/>
              <a:t> 6. **Data Visualization**: Saves high-resolution charts to an output folder[cite: 1].</a:t>
            </a:r>
          </a:p>
          <a:p>
            <a:r>
              <a:rPr lang="en-IN" dirty="0"/>
              <a:t> 7. **Menu-Driven CLI**: Interactive command-line menu for navigation[cite: 1].</a:t>
            </a:r>
          </a:p>
        </p:txBody>
      </p:sp>
    </p:spTree>
    <p:extLst>
      <p:ext uri="{BB962C8B-B14F-4D97-AF65-F5344CB8AC3E}">
        <p14:creationId xmlns:p14="http://schemas.microsoft.com/office/powerpoint/2010/main" val="4057386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1DF3-43F4-A206-A37C-68E495F4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&amp; Dependencies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594B8-D850-52BB-F308-EE76AEC973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- **Python 3.x**[cite: 1] – </a:t>
            </a:r>
          </a:p>
          <a:p>
            <a:r>
              <a:rPr lang="en-IN" dirty="0"/>
              <a:t>**Pandas** — Data loading, cleaning, grouping, and statistical operations[cite: 1] – </a:t>
            </a:r>
          </a:p>
          <a:p>
            <a:r>
              <a:rPr lang="en-IN" dirty="0"/>
              <a:t>**NumPy** — Array operations and conditional evaluations[cite: 1] - **Matplotlib** — Plotting core bar charts and line graphs[cite: 1] –</a:t>
            </a:r>
          </a:p>
          <a:p>
            <a:r>
              <a:rPr lang="en-IN" dirty="0"/>
              <a:t> **Seaborn** — Statistical visualizations (scatter plots, heatmaps)[cite: 1] </a:t>
            </a:r>
          </a:p>
        </p:txBody>
      </p:sp>
    </p:spTree>
    <p:extLst>
      <p:ext uri="{BB962C8B-B14F-4D97-AF65-F5344CB8AC3E}">
        <p14:creationId xmlns:p14="http://schemas.microsoft.com/office/powerpoint/2010/main" val="32410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12D13-5878-3C9F-30F3-A817C1B652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102" y="655738"/>
            <a:ext cx="10363826" cy="5409502"/>
          </a:xfrm>
        </p:spPr>
        <p:txBody>
          <a:bodyPr/>
          <a:lstStyle/>
          <a:p>
            <a:r>
              <a:rPr lang="en-IN" dirty="0"/>
              <a:t>COVID19_Data_Analysis/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├── final_project_rnw.py    # Main Python script</a:t>
            </a:r>
          </a:p>
          <a:p>
            <a:r>
              <a:rPr lang="en-IN" dirty="0"/>
              <a:t>├── README.md               # Documentation file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└── </a:t>
            </a:r>
            <a:r>
              <a:rPr lang="en-IN" dirty="0" err="1"/>
              <a:t>covid_plots</a:t>
            </a:r>
            <a:r>
              <a:rPr lang="en-IN" dirty="0"/>
              <a:t>/            # Auto-generated visualization folder</a:t>
            </a:r>
          </a:p>
          <a:p>
            <a:r>
              <a:rPr lang="en-IN" dirty="0"/>
              <a:t>    ├── top_countries.png</a:t>
            </a:r>
          </a:p>
          <a:p>
            <a:r>
              <a:rPr lang="en-IN" dirty="0"/>
              <a:t>    ├── overall_statistics.png</a:t>
            </a:r>
          </a:p>
          <a:p>
            <a:r>
              <a:rPr lang="en-IN" dirty="0"/>
              <a:t>    ├── covid_time_trend.png</a:t>
            </a:r>
          </a:p>
          <a:p>
            <a:r>
              <a:rPr lang="en-IN" dirty="0"/>
              <a:t>    ├── confirmed_vs_deaths.png</a:t>
            </a:r>
          </a:p>
          <a:p>
            <a:r>
              <a:rPr lang="en-IN" dirty="0"/>
              <a:t>    └── correlation_heatmap.png</a:t>
            </a:r>
          </a:p>
        </p:txBody>
      </p:sp>
    </p:spTree>
    <p:extLst>
      <p:ext uri="{BB962C8B-B14F-4D97-AF65-F5344CB8AC3E}">
        <p14:creationId xmlns:p14="http://schemas.microsoft.com/office/powerpoint/2010/main" val="74390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AC18F-14D9-7FAA-39AF-64574D49B4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450" y="444617"/>
            <a:ext cx="10858150" cy="6115573"/>
          </a:xfrm>
        </p:spPr>
        <p:txBody>
          <a:bodyPr/>
          <a:lstStyle/>
          <a:p>
            <a:r>
              <a:rPr lang="en-IN" dirty="0"/>
              <a:t>Dataset Schema</a:t>
            </a:r>
          </a:p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1DC839-2987-FE59-DA73-EFA283260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47040"/>
              </p:ext>
            </p:extLst>
          </p:nvPr>
        </p:nvGraphicFramePr>
        <p:xfrm>
          <a:off x="528507" y="1048624"/>
          <a:ext cx="10500717" cy="53647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0239">
                  <a:extLst>
                    <a:ext uri="{9D8B030D-6E8A-4147-A177-3AD203B41FA5}">
                      <a16:colId xmlns:a16="http://schemas.microsoft.com/office/drawing/2014/main" val="634995723"/>
                    </a:ext>
                  </a:extLst>
                </a:gridCol>
                <a:gridCol w="3500239">
                  <a:extLst>
                    <a:ext uri="{9D8B030D-6E8A-4147-A177-3AD203B41FA5}">
                      <a16:colId xmlns:a16="http://schemas.microsoft.com/office/drawing/2014/main" val="2208782263"/>
                    </a:ext>
                  </a:extLst>
                </a:gridCol>
                <a:gridCol w="3500239">
                  <a:extLst>
                    <a:ext uri="{9D8B030D-6E8A-4147-A177-3AD203B41FA5}">
                      <a16:colId xmlns:a16="http://schemas.microsoft.com/office/drawing/2014/main" val="1109684688"/>
                    </a:ext>
                  </a:extLst>
                </a:gridCol>
              </a:tblGrid>
              <a:tr h="59103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Column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Type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Description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extLst>
                  <a:ext uri="{0D108BD9-81ED-4DB2-BD59-A6C34878D82A}">
                    <a16:rowId xmlns:a16="http://schemas.microsoft.com/office/drawing/2014/main" val="3552675815"/>
                  </a:ext>
                </a:extLst>
              </a:tr>
              <a:tr h="59103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Country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String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Name of the country[cite: 1]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extLst>
                  <a:ext uri="{0D108BD9-81ED-4DB2-BD59-A6C34878D82A}">
                    <a16:rowId xmlns:a16="http://schemas.microsoft.com/office/drawing/2014/main" val="3511346063"/>
                  </a:ext>
                </a:extLst>
              </a:tr>
              <a:tr h="1000209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Confirmed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Integer/Float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Cumulative confirmed COVID-19 cases[cite: 1]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extLst>
                  <a:ext uri="{0D108BD9-81ED-4DB2-BD59-A6C34878D82A}">
                    <a16:rowId xmlns:a16="http://schemas.microsoft.com/office/drawing/2014/main" val="4051188903"/>
                  </a:ext>
                </a:extLst>
              </a:tr>
              <a:tr h="1000209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Deaths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Integer/Float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Cumulative reported deaths[cite: 1]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extLst>
                  <a:ext uri="{0D108BD9-81ED-4DB2-BD59-A6C34878D82A}">
                    <a16:rowId xmlns:a16="http://schemas.microsoft.com/office/drawing/2014/main" val="2115877395"/>
                  </a:ext>
                </a:extLst>
              </a:tr>
              <a:tr h="1000209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Recovered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Integer/Float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Cumulative recovered cases[cite: 1]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extLst>
                  <a:ext uri="{0D108BD9-81ED-4DB2-BD59-A6C34878D82A}">
                    <a16:rowId xmlns:a16="http://schemas.microsoft.com/office/drawing/2014/main" val="3930168032"/>
                  </a:ext>
                </a:extLst>
              </a:tr>
              <a:tr h="59103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Active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Integer/Float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Current active case count[cite: 1]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extLst>
                  <a:ext uri="{0D108BD9-81ED-4DB2-BD59-A6C34878D82A}">
                    <a16:rowId xmlns:a16="http://schemas.microsoft.com/office/drawing/2014/main" val="2645703325"/>
                  </a:ext>
                </a:extLst>
              </a:tr>
              <a:tr h="59103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Date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YYYY-MM-DD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Record date[cite: 1]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7057" marR="87057" marT="58038" marB="58038" anchor="ctr"/>
                </a:tc>
                <a:extLst>
                  <a:ext uri="{0D108BD9-81ED-4DB2-BD59-A6C34878D82A}">
                    <a16:rowId xmlns:a16="http://schemas.microsoft.com/office/drawing/2014/main" val="2944209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82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77A2-A9A5-06C3-EE98-2B8C4169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Visualizations Generated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80567-2755-4EF7-E534-E1CC8EED35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05887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When running the visualization module (Option 7), five plots are created in the </a:t>
            </a:r>
            <a:r>
              <a:rPr lang="en-IN" dirty="0" err="1"/>
              <a:t>covid_plots</a:t>
            </a:r>
            <a:r>
              <a:rPr lang="en-IN" dirty="0"/>
              <a:t>/ directory[cite: 1]:</a:t>
            </a:r>
          </a:p>
          <a:p>
            <a:pPr lvl="0"/>
            <a:r>
              <a:rPr lang="en-IN" b="1" dirty="0"/>
              <a:t>top_countries.png</a:t>
            </a:r>
            <a:r>
              <a:rPr lang="en-IN" dirty="0"/>
              <a:t>: Bar chart showing top 10 countries by confirmed cases[cite: 1].</a:t>
            </a:r>
          </a:p>
          <a:p>
            <a:pPr lvl="0"/>
            <a:r>
              <a:rPr lang="en-IN" b="1" dirty="0"/>
              <a:t>overall_statistics.png</a:t>
            </a:r>
            <a:r>
              <a:rPr lang="en-IN" dirty="0"/>
              <a:t>: Comparison bar chart of overall Confirmed, Deaths, and Recoveries[cite: 1].</a:t>
            </a:r>
          </a:p>
          <a:p>
            <a:pPr lvl="0"/>
            <a:r>
              <a:rPr lang="en-IN" b="1" dirty="0"/>
              <a:t>covid_time_trend.png</a:t>
            </a:r>
            <a:r>
              <a:rPr lang="en-IN" dirty="0"/>
              <a:t>: Multi-line chart illustrating case progression over dates[cite: 1].</a:t>
            </a:r>
          </a:p>
          <a:p>
            <a:pPr lvl="0"/>
            <a:r>
              <a:rPr lang="en-IN" b="1" dirty="0"/>
              <a:t>confirmed_vs_deaths.png</a:t>
            </a:r>
            <a:r>
              <a:rPr lang="en-IN" dirty="0"/>
              <a:t>: Scatter plot assessing the relationship between total cases and mortality[cite: 1].</a:t>
            </a:r>
          </a:p>
          <a:p>
            <a:pPr lvl="0"/>
            <a:r>
              <a:rPr lang="en-IN" b="1" dirty="0"/>
              <a:t>correlation_heatmap.png</a:t>
            </a:r>
            <a:r>
              <a:rPr lang="en-IN" dirty="0"/>
              <a:t>: Correlation matrix heatmap across numeric metrics[cite: 1].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66408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{75B9A2E4-DEF4-474F-AE9F-B6686F724ADD}TF62d0d592-7ac2-4846-a919-75806e8bead47c13978d-7a72a11451b2</Template>
  <TotalTime>12</TotalTime>
  <Words>529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Google Sans Text</vt:lpstr>
      <vt:lpstr>Tw Cen MT</vt:lpstr>
      <vt:lpstr>Droplet</vt:lpstr>
      <vt:lpstr>Final project </vt:lpstr>
      <vt:lpstr>Project Overview </vt:lpstr>
      <vt:lpstr>Features</vt:lpstr>
      <vt:lpstr>Technologies &amp; Dependencies </vt:lpstr>
      <vt:lpstr>PowerPoint Presentation</vt:lpstr>
      <vt:lpstr>PowerPoint Presentation</vt:lpstr>
      <vt:lpstr>Visualizations Generated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Prajapati</dc:creator>
  <cp:lastModifiedBy>Jay Prajapati</cp:lastModifiedBy>
  <cp:revision>1</cp:revision>
  <dcterms:created xsi:type="dcterms:W3CDTF">2026-09-04T23:10:09Z</dcterms:created>
  <dcterms:modified xsi:type="dcterms:W3CDTF">2026-09-04T23:22:47Z</dcterms:modified>
</cp:coreProperties>
</file>